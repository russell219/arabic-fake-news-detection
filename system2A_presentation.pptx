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</a:rPr>
              <a:t>GRADUATION PROJECT · SYSTEM 2A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F6FC"/>
                </a:solidFill>
              </a:rPr>
              <a:t>RAG Fact-Verification Engine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A Hybrid AI Framework for Arabic Fake News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3657600" cy="36576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Russell Tamer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  ·  Supervised by Dr. Cherry  ·  June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0233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E5-large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40233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RRF Fusion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40233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ChromaDB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40233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Cross-Encoder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40233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Arabic NLP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System Architecture — Dual-Bucket Cascade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383280" y="749808"/>
            <a:ext cx="237744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795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Arabic Claim 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10424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MSA or Egyptian Dialect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1316736"/>
            <a:ext cx="0" cy="19202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508760"/>
            <a:ext cx="329184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554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Stage 1 — Dialect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01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CAMeL Classifier · EGY→MSA Normalization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2075688"/>
            <a:ext cx="0" cy="19202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267712"/>
            <a:ext cx="69494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13432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Stage 2 — Bucket A: Verified Claims 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21,001 claims · AraFacts + Saheeh Masr · E5-large cosine · HIGH ≥ 0.86 · POSSIBLE ≥ 0.84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2724912"/>
            <a:ext cx="54864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✓ Early Exit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65008" y="2743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TRUE / FALSE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3182112"/>
            <a:ext cx="0" cy="1828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2004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score &lt; 0.84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97280" y="3364992"/>
            <a:ext cx="69494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410712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Stage 3 — Bucket B: News Knowledge 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20,687 propositions · RRF (E5+BM25) · NER boosting · Cross-Encoder rerank → top-5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4279392"/>
            <a:ext cx="0" cy="1828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462272"/>
            <a:ext cx="402336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4507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JSON Output → Youssef (System 2B)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4754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verdict · confidence · bucket_a[] · bucket_b[]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Papers Implemented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What I took from each paper and applied to System 2A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384048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6230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ARAG — Agent-Based Hybrid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Semantic-Lexical RAG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NER entity boosting (+0.005 per matched entity)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Cross-encoder reranker (top-20 → top-5)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RRF fusion as replacement for weighted sum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960120"/>
            <a:ext cx="384048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230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Exploring RAG in Arabic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(2024)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508760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E5-large as retrieval encoder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"query: " / "passage: " prefix strategy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Mean pooling + L2 normalize over CLS token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83464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834640"/>
            <a:ext cx="384048" cy="169164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34975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Multilingual Fact-Checked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Claim 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ISRI stemmer for Arabic BM25 tokenization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Proposition-level retrieval rationale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Cross-lingual evaluation methodology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83464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834640"/>
            <a:ext cx="384048" cy="1691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34975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Hybrid RAG for Islamic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QA in Arabic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383280"/>
            <a:ext cx="35478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BM25 calibration: k1=1.2, b=0.75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RRF formula: 1/(60+rank)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Hybrid outperforms dense-only on Arabic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Evaluation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Same 200 AraFacts test pairs · K=5 · EVAL_SEED=42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53035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"/>
                <a:gridCol w="777240"/>
                <a:gridCol w="822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System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P@1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R@3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v1 — BM25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0.880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0.920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0.899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v1 — AraBERT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0.415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0.630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0.527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v1 — Hybrid (AraBERT + α=0.65)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0.885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0.930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0.909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v2 — BM25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0.910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0.940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0.929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v2 — E5-large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0.965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0.980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0.972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v2 — RRF Hybrid (ours)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0.935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0.980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0.958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60120"/>
            <a:ext cx="27432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0515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+150%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035040" y="16184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E5-large P@1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vs AraBERT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2286000"/>
            <a:ext cx="27432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2377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+5pts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035040" y="29443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Hybrid P@1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v1 → v2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3611880"/>
            <a:ext cx="27432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3703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</a:rPr>
              <a:t>7 / 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035040" y="4270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Cases 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recovers vs loses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Limitations, Solutions &amp; Future 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</a:rPr>
              <a:t>LIMITATIONS → HOW I SOLVED THEM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5720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5720" cy="8412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064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</a:rPr>
              <a:t>AraBERT (MLM) weak at retrieval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4370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→ Switched to E5-large (retrieval-optimized): P@1 0.415 → 0.965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45720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93392"/>
            <a:ext cx="45720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48256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</a:rPr>
              <a:t>Weighted sum needed manual α tuning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4370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→ RRF fusion: parameter-free, rank-based, robust across queries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45720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35224"/>
            <a:ext cx="45720" cy="84124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9008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</a:rPr>
              <a:t>Thresholds calibrated for AraBERT scores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282696"/>
            <a:ext cx="4370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→ Re-calibrated for E5 distribution: HIGH ≥ 0.86, POSSIBLE ≥ 0.84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45720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77056"/>
            <a:ext cx="45720" cy="8412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31920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</a:rPr>
              <a:t>Egyptian dialect queries fail in MSA 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4370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→ CAMeL dialect detection + EGY→MSA normalization pipeline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713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051560"/>
            <a:ext cx="35661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06440" y="114300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Paraphrase evaluation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via Claude API (50 pairs)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1993392"/>
            <a:ext cx="35661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157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06440" y="20848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End-to-end integration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with Sarah (Sys 1) + Youssef (Sys 2B)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12080" y="2935224"/>
            <a:ext cx="35661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806440" y="30266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Human-annotated Bucket 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relevance pairs for formal eval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877056"/>
            <a:ext cx="35661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806440" y="396849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Expand dialect support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beyond Egyptian (Levantine, Gulf)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2A — RAG Fact-Verification Engine</dc:title>
  <dc:subject>PptxGenJS Presentation</dc:subject>
  <dc:creator>PptxGenJS</dc:creator>
  <cp:lastModifiedBy>PptxGenJS</cp:lastModifiedBy>
  <cp:revision>1</cp:revision>
  <dcterms:created xsi:type="dcterms:W3CDTF">2026-06-15T20:05:57Z</dcterms:created>
  <dcterms:modified xsi:type="dcterms:W3CDTF">2026-06-15T20:05:57Z</dcterms:modified>
</cp:coreProperties>
</file>